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홈앤쇼핑 교육 현황 대시보드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Streamlit + Supabase 환경 구성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📋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프로젝트 개요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사전 요구사항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Supabase 설정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데이터 마이그레이션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Streamlit 설정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앱 실행 및 기능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트러블슈팅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📌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목표: CSV 데이터를 Supabase DB에 저장하고 Streamlit으로 시각화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기술 스택: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Frontend: Streamlit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Database: Supabase (PostgreSQL)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API: Supabase REST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시각화: Plotly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🔧 사전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Python 3.10 이상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필수 패키지 설치: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pip install streamlit pandas plotly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Supabase 계정 필요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(https://supabase.com)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☁️ Supabase 설정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1. Supabase 프로젝트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• https://supabase.com 방문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• 새 프로젝트 생성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2. Project 정보 확인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• Project URL: https://xxx.supabase.co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• Project Ref: xxx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3. API 키 획득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• Settings → API → Project API Keys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• anon 키 또는 publishable key 복사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365760" y="1097280"/>
            <a:ext cx="8412480" cy="539496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☁️ Supabase 설정 - 테이블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CREATE TABLE ethics_training (</a:t>
            </a:r>
            <a:br/>
            <a:r>
              <a:t>  id SERIAL PRIMARY KEY,</a:t>
            </a:r>
            <a:br/>
            <a:r>
              <a:t>  month VARCHAR(10) NOT NULL,</a:t>
            </a:r>
            <a:br/>
            <a:r>
              <a:t>  department VARCHAR(50) NOT NULL,</a:t>
            </a:r>
            <a:br/>
            <a:r>
              <a:t>  course_name VARCHAR(100) NOT NULL,</a:t>
            </a:r>
            <a:br/>
            <a:r>
              <a:t>  total_employees INTEGER NOT NULL,</a:t>
            </a:r>
            <a:br/>
            <a:r>
              <a:t>  completed INTEGER NOT NULL,</a:t>
            </a:r>
            <a:br/>
            <a:r>
              <a:t>  not_completed INTEGER NOT NULL,</a:t>
            </a:r>
            <a:br/>
            <a:r>
              <a:t>  enrollment_rate DECIMAL(5, 2),</a:t>
            </a:r>
            <a:br/>
            <a:r>
              <a:t>  completion_rate DECIMAL(5, 2),</a:t>
            </a:r>
            <a:br/>
            <a:r>
              <a:t>  created_at TIMESTAMP DEFAULT NOW()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데이터 마이그레이션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CSV 파일의 데이터를 SQL로 변환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변환 규칙: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수강진도율, 완료율: % 제거 후 숫자만 저장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month: '1월', '2월' 등 문자 그대로 저장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방법: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Supabase MCP 도구로 INSERT 실행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• 또는 Supabase 콘솔에서 직접 입력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🎨 Streamlit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디렉토리 구조: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project_root/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├── app.py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├── .streamlit/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│   └── secrets.toml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├── ethics_training_data.csv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└── requirements.txt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핵심: .streamlit/secrets.toml에 Supabase 정보 저장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365760" y="1097280"/>
            <a:ext cx="8412480" cy="539496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🔐 .streamlit/secrets.toml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[supabase]</a:t>
            </a:r>
            <a:br/>
            <a:r>
              <a:t>url = "https://lxctrbmrjeypvctkpckl.supabase.co"</a:t>
            </a:r>
            <a:br/>
            <a:r>
              <a:t>key = "sb_publishable_TE-_PjBSvT..."</a:t>
            </a:r>
            <a:br/>
            <a:br/>
            <a:r>
              <a:t>⚠️ 주의: .gitignore에 추가하여 GitHub에 업로드 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365760" y="1097280"/>
            <a:ext cx="8412480" cy="539496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💻 Streamlit에서 데이터 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import streamlit as st</a:t>
            </a:r>
            <a:br/>
            <a:r>
              <a:t>import requests</a:t>
            </a:r>
            <a:br/>
            <a:br/>
            <a:r>
              <a:t>@st.cache_data</a:t>
            </a:r>
            <a:br/>
            <a:r>
              <a:t>def load_data():</a:t>
            </a:r>
            <a:br/>
            <a:r>
              <a:t>    url = st.secrets["supabase"]["url"]</a:t>
            </a:r>
            <a:br/>
            <a:r>
              <a:t>    key = st.secrets["supabase"]["key"]</a:t>
            </a:r>
            <a:br/>
            <a:br/>
            <a:r>
              <a:t>    headers = {'apikey': key}</a:t>
            </a:r>
            <a:br/>
            <a:r>
              <a:t>    response = requests.get(</a:t>
            </a:r>
            <a:br/>
            <a:r>
              <a:t>        f'{url}/rest/v1/ethics_training',</a:t>
            </a:r>
            <a:br/>
            <a:r>
              <a:t>        headers=headers</a:t>
            </a:r>
            <a:br/>
            <a:r>
              <a:t>    )</a:t>
            </a:r>
            <a:br/>
            <a:r>
              <a:t>    return response.json()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▶️ 앱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1. 패키지 설치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pip install -r requirements.txt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2. Streamlit 실행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streamlit run app.py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3. 브라우저 접근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http://localhost:8501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자동으로 브라우저가 열림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📈 대시보드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KPI 카드: 대상 인원, 이수자, 미이수자, 완료율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데이터 테이블: 월별, 직급별 교육 현황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파이 차트: 직급별 이수 현황 (3개)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라인 차트: 월별 평균 완료율 추이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✓ 필터: 월, 직급으로 동적 필터링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🔄 데이터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CSV 파일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Supabase 데이터베이스 (ethics_training)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Streamlit 앱 (REST API 호출)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브라우저에서 시각화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폴백: Supabase 연결 실패 → CSV에서 자동 로드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🔍 트러블슈팅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❌ ModuleNotFoundError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→ pip install -r requirements.txt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❌ Supabase 연결 오류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→ secrets.toml 파일 확인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→ URL과 Key 정확성 확인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❌ 404 Not Found (REST API)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→ ethics_training 테이블 존재 확인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🔍 트러블슈팅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❌ 포트 8501 이미 사용 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→ streamlit run app.py --server.port 8502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❌ 데이터가 표시되지 않음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→ Supabase 콘솔에서 테이블 데이터 확인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→ 브라우저 캐시 삭제 시도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폴백 동작: CSV 파일이 자동으로 로드됨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배포 시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1. .gitignore 확인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.streamlit/secrets.toml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.env 등 보안 파일 제외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2. 배포 플랫폼에서 환경 변수 설정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• Streamlit Cloud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• Heroku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• Railway 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3. requirements.txt 최신화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 pip freeze &gt; requirements.txt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📚 참고 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Streamlit 공식 문서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https://docs.streamlit.io/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Supabase 공식 문서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https://supabase.com/docs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Plotly 시각화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https://plotly.com/python/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GitHub 저장소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  https://github.com/mitybomb-cloud/cloud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모든 설정이 완료되었습니다!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이제 대시보드를 만나보세요!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